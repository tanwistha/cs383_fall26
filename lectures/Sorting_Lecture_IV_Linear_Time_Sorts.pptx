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7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150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ANALYSIS AND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Algorithms </a:t>
            </a:r>
          </a:p>
          <a:p>
            <a:pPr marL="0" indent="0">
              <a:buNone/>
            </a:pPr>
            <a:r>
              <a:rPr lang="en-US" sz="4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Non-Comparison Sorts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55A11"/>
                </a:solidFill>
                <a:latin typeface="Calibri" pitchFamily="34" charset="0"/>
                <a:cs typeface="Calibri" pitchFamily="34" charset="-120"/>
              </a:rPr>
              <a:t>Bucket Sort – Counting Sort and Radix Sort (self study)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3317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Sort without comparing elements — and why that lets us break past the </a:t>
            </a:r>
            <a:r>
              <a:rPr lang="en-US" sz="1400" i="1" dirty="0" err="1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Ω</a:t>
            </a: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(n log n) wall </a:t>
            </a:r>
          </a:p>
        </p:txBody>
      </p:sp>
      <p:sp>
        <p:nvSpPr>
          <p:cNvPr id="20" name="Shape 18"/>
          <p:cNvSpPr/>
          <p:nvPr/>
        </p:nvSpPr>
        <p:spPr>
          <a:xfrm>
            <a:off x="502920" y="5897880"/>
            <a:ext cx="69494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0292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Tanwistha Saha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Session 11  ·  September 25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547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Sorting Algorithms IV: Bucket Sort ·  Sep 25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LINEAR-TIME SORTS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Focus: Bucket Sort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338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sorts are capped at Ω(n log n) — Bucket Sort breaks that wall by exploiting structure in the keys.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2938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Lower Bound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585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comparison-based sort we've studied — bubble, insertion, selection, merge, quick — needs Ω(n log n) comparisons in the worst case. That's a proven limit, not a missed optimization.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7980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Loophole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1272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know something about the keys — e.g., they're roughly uniform over a known range — we can place elements directly, skipping comparisons entirely.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384048" cy="384048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0292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6667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Tools, One Deep Dive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99592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Sort, Radix Sort, and Bucket Sort all exploit this loophole. We'll build Bucket Sort together in class — see below for where to study the other two.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70916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 Your Own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11149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Sort  &amp;  Radix Sort  —  Self study (Roughgarden or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book)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55955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follow the same non-comparison idea as Bucket Sort.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54710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Sorting Algorithms IV: Bucket Sort  ·  Sep 25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228832" y="6547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LINEAR-TIME SORTS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Sort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338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elements into buckets by value, sort each small bucket, then concatenate.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394960" cy="2834640"/>
          </a:xfrm>
          <a:prstGeom prst="roundRect">
            <a:avLst>
              <a:gd name="adj" fmla="val 1935"/>
            </a:avLst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BucketSort(A)  —  A[i] in [0,1)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30552"/>
            <a:ext cx="493776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n empty buckets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A: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 = floor(n * x)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x into bucket[i]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bucket: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sort it (e.g. insertion sort)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concatenate buckets in order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result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1691640"/>
            <a:ext cx="5605272" cy="1298448"/>
          </a:xfrm>
          <a:prstGeom prst="roundRect">
            <a:avLst>
              <a:gd name="adj" fmla="val 4225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Assumption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112264"/>
            <a:ext cx="5148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Sort assumes input is drawn roughly uniformly over a known range — so each of the n buckets receives about one element on average.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3136392"/>
            <a:ext cx="5605272" cy="1389888"/>
          </a:xfrm>
          <a:prstGeom prst="roundRect">
            <a:avLst>
              <a:gd name="adj" fmla="val 3947"/>
            </a:avLst>
          </a:prstGeom>
          <a:solidFill>
            <a:srgbClr val="FBE4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309360" y="3264408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Insertion Sort Per Bucket?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557016"/>
            <a:ext cx="5148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are expected to hold O(1) elements each, so insertion sort's O(n²) worst case is harmless — it's fast on tiny, nearly-sorted lists.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48737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1114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Θ(n)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48737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51114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48737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51114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Yes*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55955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hits when every element lands in the same bucket — e.g., the data isn't actually uniform.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54710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Sorting Algorithms IV: Bucket Sort  ·  Sep 25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228832" y="6547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UNIT 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85216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Picture: Every Sort We've Covered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33856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lectures, four algorithm families — matching the right tool to the right data.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256032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Worst-Case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Suited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/ Insertion / Selection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 or nearly-sorted inputs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 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Guaranteed worst case; external / linked-list sorting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 worst, O(n log n)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in practice; in-place, cache-friendly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avg, O(n²) worst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Uniformly distributed real-valued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343400"/>
            <a:ext cx="11183112" cy="1600200"/>
          </a:xfrm>
          <a:prstGeom prst="roundRect">
            <a:avLst>
              <a:gd name="adj" fmla="val 5143"/>
            </a:avLst>
          </a:prstGeom>
          <a:solidFill>
            <a:srgbClr val="1E2A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4489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74573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algorithm dominates. Comparison sorts pay Ω(n log n) for full generality; Bucket Sort trades that generality for average-case linear time by assuming uniformly distributed keys.  *With a stable per-bucket sort.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55955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In Class:   Homework Q&amp;A   →   In-Class Exercise: </a:t>
            </a:r>
            <a:r>
              <a:rPr lang="en-US" sz="1300" b="1">
                <a:solidFill>
                  <a:srgbClr val="FBE4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Relation Proofs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54710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Analysis and Design  ·  Sorting Algorithms IV: Bucket Sort  ·  Sep 25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228832" y="65471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654</Words>
  <Application>Microsoft Macintosh PowerPoint</Application>
  <PresentationFormat>Widescreen</PresentationFormat>
  <Paragraphs>87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Tanwistha Saha</cp:lastModifiedBy>
  <cp:revision>10</cp:revision>
  <dcterms:created xsi:type="dcterms:W3CDTF">2026-09-24T23:29:53Z</dcterms:created>
  <dcterms:modified xsi:type="dcterms:W3CDTF">2026-09-25T17:18:44Z</dcterms:modified>
</cp:coreProperties>
</file>